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Personal Financial Copilot — Phase I Review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300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417320"/>
                <a:gridCol w="2331720"/>
                <a:gridCol w="2743200"/>
                <a:gridCol w="2377440"/>
                <a:gridCol w="1901952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Pathak, 2010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(Base Paper)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Survey of the Comparison Shopping Agent-Based Decision Support Systems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Survey; 4-component DSS framework (data, models, interfaces, customization)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the DSS framework adopted to structure Meika's architecture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context, not finance-specific; used only for architectural grounding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Badiger et al., 2026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Next.js-Powered AI Platform for Smart Expense Tracking, Budgeting and Insights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Next.js, Prisma, Supabase Postgres + Gemini LLM categorization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 categorization accuracy; ~78% less manual logging effort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explainability, single-source data, little personalization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Deepthi C G et al., 2026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Finance Management Platform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XGBoost/RF + ARIMA/LSTM + LLM chat + SHAP (serverless microservices)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fraud-detection accuracy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is an add-on to select models, not structural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Kakulapati et al., 2026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Personal Expense Tracker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backend, linear regression, NLP, React UI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short-horizon expense prediction &amp; anomaly ID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goal forecasting/risk analysis; reasoning not exposed to user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Ganta et al., 2025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Intelligent Multi-Module Financial Assistant for Personalized Budgeting, Risk Alerts, and Adaptive Investment Advisory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+ learning-to-rank credit recommender + document-grounded chatbot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fragmentation as the core weakness of fintech tools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sensitivity, explainability, modular scalability unaddressed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et al., 2024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Survey of Large Language Models for Financial Applications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Survey/taxonomy of LLMs across financial tasks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improve financial reasoning, planning, real-time tasks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&amp; ethics remain the field's most pressing challenges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Khan, Li &amp; Cao, 2025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Bridging Finance and AI: A Comprehensive Survey of LLMs in Financial System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Survey; multi-level accuracy/cost/privacy framework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privacy, bias, explainability as deployment obstacles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for “more transparent, effective, inclusive financial AI”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 S.P. et al., 2026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Real-Time Personal Finance Dashboard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Banking-API ingestion + CNN/YOLOv4 OCR + BERT/LSTM + autoencoders + LLM (RAG) advisory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Unifies real-time consolidation, anomaly detection, AI advisory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systems isolate tasks; no unified real-time explainable dashboard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Saini et al., 2025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Personal Finance Management Applications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ML/NLP/predictive analytics + comparative app analysis (Mint, Cleo, YNAB, etc.)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survey of AI capability across budgeting, investing, literacy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data quality, legacy integration, bias/fairness, transparency gaps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2026-08-13T15:42:18Z</dcterms:created>
  <dcterms:modified xsi:type="dcterms:W3CDTF">2026-08-13T15:42:18Z</dcterms:modified>
</cp:coreProperties>
</file>